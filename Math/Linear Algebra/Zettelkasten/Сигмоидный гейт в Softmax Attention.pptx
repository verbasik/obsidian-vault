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8288000" cy="10287000"/>
  <p:notesSz cx="10287000" cy="1828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9cbe-6572-8fd3-8000-00005d42ba2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9cd6-28c2-8266-8000-00003c7eff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9cda-cca2-86d2-8000-000097ceb76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9cd6-36f2-8ab9-8000-00007350055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9ccc-1e42-84f2-8000-000060d905d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9ccf-bda2-896c-8000-0000b96533b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9cf0-6c02-8f4c-8000-0000178125c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9cf5-57f2-84e6-8000-0000dd979b3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9cf8-25c2-8b82-8000-00009e74b9e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9cfc-a262-8012-8000-00000ff367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9ced-f342-82d5-8000-000062f6187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9d38-1562-8c81-8000-0000d665cbd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Сигмоидный гейт в Softmax Attention</dc:title>
  <dc:subject>Сигмоидный гейт в Softmax Attention</dc:subject>
  <dc:creator>Kimi</dc:creator>
  <cp:lastModifiedBy>Kimi</cp:lastModifiedBy>
  <cp:revision>1</cp:revision>
  <dcterms:created xsi:type="dcterms:W3CDTF">2025-12-04T14:51:32Z</dcterms:created>
  <dcterms:modified xsi:type="dcterms:W3CDTF">2025-12-04T14:51:32Z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{"Label":"Сигмоидный гейт в Softmax Attention","ContentProducer":"001191110108MACG2KBH8F10000","ProduceID":"d4opomjacc43erta01d0","ReservedCode1":"","ContentPropagator":"001191110108MACG2KBH8F20000","PropagateID":"d4opomjacc43erta01d0","ReservedCode2":""}</vt:lpwstr>
  </property>
</Properties>
</file>